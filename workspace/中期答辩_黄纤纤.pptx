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400">
                <a:solidFill>
                  <a:srgbClr val="1F497D"/>
                </a:solidFill>
              </a:defRPr>
            </a:pPr>
            <a:r>
              <a:t>基于大模型的生鲜物流配送路径优化研究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本科毕业设计（论文）中期答辩</a:t>
            </a:r>
          </a:p>
          <a:p/>
          <a:p>
            <a:r>
              <a:t>学生姓名：黄纤纤</a:t>
            </a:r>
          </a:p>
          <a:p>
            <a:r>
              <a:t>学号：2022216431</a:t>
            </a:r>
          </a:p>
          <a:p>
            <a:r>
              <a:t>指导教师：程八一 教授</a:t>
            </a:r>
          </a:p>
          <a:p/>
          <a:p>
            <a:r>
              <a:t>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497D"/>
                </a:solidFill>
              </a:defRPr>
            </a:pPr>
            <a:r>
              <a:t>汇报提纲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一、研究背景与问题概述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二、第三章：生鲜物流配送路径优化模型构建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- 问题描述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- 参数符号说明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- 目标函数与约束条件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三、第四章：基于大模型与ALNS算法的问题求解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- ALNS求解框架设计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- 基于大模型的启发式算子生成机制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- Prompt工程设计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四、实验设计与预期成果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五、总结与后续工作计划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497D"/>
                </a:solidFill>
              </a:defRPr>
            </a:pPr>
            <a:r>
              <a:t>一、研究背景与问题概述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生鲜物流配送路径问题（VRPTW-FC）是经典VRP的扩展变体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需同时考虑：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- 车辆容量约束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- 时间窗约束（软/硬）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- 冷链制冷成本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- 生鲜产品新鲜度衰减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传统ALNS算法依赖人工经验设计算子，耗时且难以自适应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497D"/>
                </a:solidFill>
              </a:defRPr>
            </a:pPr>
            <a:r>
              <a:t>二、第三章：生鲜物流配送路径优化模型构建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3.1 问题描述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 带时间窗约束的生鲜物流车辆路径问题（VRPTW-FC）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3.2 模型构建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 - 参数符号说明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 - 目标函数（五项成本）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 - 约束条件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497D"/>
                </a:solidFill>
              </a:defRPr>
            </a:pPr>
            <a:r>
              <a:t>3.1 问题描述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假设某生鲜配送中心配备m辆同质配送车辆，需向n个客户配送生鲜产品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每个客户具备：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- 需求量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- 地理坐标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- 服务时间���（软时间窗 + 硬时间窗）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额外考虑因素：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- 冷链制冷成本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- 货物新鲜度衰减（指数型）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- 软硬双层时间窗约束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497D"/>
                </a:solidFill>
              </a:defRPr>
            </a:pPr>
            <a:r>
              <a:t>3.2.1 参数符号说明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集合：V-节点集（含配送中心0），K-车辆集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决策变量：x_ijk-车辆k从i到j，y_jk-客户j被车辆k服务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关键参数：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- Q_k：车辆最大装载量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- d_ij：客户i与j之间的欧氏距离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- c_cold：单位时间制冷成本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- alpha, beta：新鲜度衰减系数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- TW_j^soft：客户期望时间窗（软）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- TW_j^hard：客户可接受时间窗（硬）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497D"/>
                </a:solidFill>
              </a:defRPr>
            </a:pPr>
            <a:r>
              <a:t>3.2.2 目标函数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综合配送总成本 = 车辆固定成本 + 运输距离成本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             + 冷链制冷成本 + 货损成本 + 时间窗惩罚成本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(1) 车辆固定成本 C_f = m * c_fixed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(2) 运输距离成本 C_d = sum(d_ij * c_dist)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(3) 冷链制冷成本 C_cold = T_total * c_cold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(4) 货损成本 C_damage = sum(q_j * p * decay_j)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(5) 时间窗惩罚成本 C_TW = 分段线性函数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497D"/>
                </a:solidFill>
              </a:defRPr>
            </a:pPr>
            <a:r>
              <a:t>3.2.3 约束条件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约束(1) 客户访问约束：每个客户恰好被一辆车服务一次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约束(2) 流量守恒约束：车辆驶入客户节点后必须驶出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约束(3) 起讫点约束：车辆从配送中心出发并最终返回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约束(4) 载量约束：车辆载重量不超过最大装载量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约束(5) 时间窗约束：服务时间必须在硬时间窗内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约束(6) 可用车辆数约束：实际使用车辆数不超过可用数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497D"/>
                </a:solidFill>
              </a:defRPr>
            </a:pPr>
            <a:r>
              <a:t>三、第四章：基于大模型与ALNS算法的问题求解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4.1 基于大模型的启发式算子生成机制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 - 算子自动化生成框架设计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 - Prompt工程设计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4.2 ALNS求解框架设计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 - 初始解构造策略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 - 破坏算子设计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 - 修复算子设计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  - 自适应权重与破坏比例更新机制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497D"/>
                </a:solidFill>
              </a:defRPr>
            </a:pPr>
            <a:r>
              <a:t>4.2 ALNS求解框架设计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采用骨架-插件分离架构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五大核心模块：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(1) 数据预处理与初始化模块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(2) 算子注册与调度模块（轮盘赌选择）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(3) 容错与降级模块（备用算子）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(4) 解评估与验证模块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 (5) 迭代控制模块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破坏算子：随机移除、路径移除、相关性移除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修复算子：贪心插入、后悔插入、随机插入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497D"/>
                </a:solidFill>
              </a:defRPr>
            </a:pPr>
            <a:r>
              <a:t>4.1 基于大模型的启发式算子优化机制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核心思想：基线评估-反馈生成-动态注入-贪心接受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实现流程：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1. 运行基线ALNS获取初始解及多维性能指标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2. 将性能数据结构化嵌入Prompt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3. LLM分析瓶颈并生成改进算子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4. 动态代码注入嵌入求解器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5. 验证并决定接受或回退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性能指标：全局成本、收敛速度、算子成功率、成本结构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497D"/>
                </a:solidFill>
              </a:defRPr>
            </a:pPr>
            <a:r>
              <a:t>4.1.2 Prompt工程设计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结构化Prompt构建方法（五���次）：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1. 角色设定：明确算子优化任务目标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2. 问题建模：描述问题特征与约束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3. 系统约束：定义输出格式与方法签名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4. 状态输入：嵌入性能指标数据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5. 优化引导：引导模型进行策略分析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引入历史优化记录机制：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- 避免重复策略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- 增强策略多样性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497D"/>
                </a:solidFill>
              </a:defRPr>
            </a:pPr>
            <a:r>
              <a:t>四、实验设计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数据集：Solomon VRP Benchmark Dataset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- 25客户规模（聚类型/随机型/混合型）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- 50客户规模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- 75客户规模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算法参数配置：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- 迭代次数：500-1000次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- 破坏比例：5%-30%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- 算子集合：5个破坏+5个修复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- 优化轮次：5轮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对比算法：传统ALNS、GA、SA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497D"/>
                </a:solidFill>
              </a:defRPr>
            </a:pPr>
            <a:r>
              <a:t>五、预期成果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创新点：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1. 提出基于LLM的ALNS算子自动化优化框架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2. 设计多维度性能评价指标体系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3. 构建结构化Prompt工程方法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4. 实现算子代码动态注入机制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预期效果：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- 收敛速度提升15%以上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- 解质量改善10%以上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- 算子设计时间减少50%以上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497D"/>
                </a:solidFill>
              </a:defRPr>
            </a:pPr>
            <a:r>
              <a:t>六、总结与后续计划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已完成：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- 第三章：生鲜物流配送路径优化模型构建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- 第四章：基于大模型与ALNS算法框架设计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后续工作：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- 完成实验验证与结果分析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- 完善论文撰写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 - 准备毕业答辩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400">
                <a:solidFill>
                  <a:srgbClr val="1F497D"/>
                </a:solidFill>
              </a:defRPr>
            </a:pPr>
            <a:r>
              <a:t>谢谢！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恳请各位老师批评指正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