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1371600"/>
          </a:xfrm>
          <a:prstGeom prst="rect">
            <a:avLst/>
          </a:prstGeom>
          <a:solidFill>
            <a:srgbClr val="044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基于大模型的生鲜物流配送路径优化研究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7472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F497D"/>
                </a:solidFill>
              </a:defRPr>
            </a:pPr>
            <a:r>
              <a:t>本科毕业设计（论文）中期答辩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学生姓名：黄纤纤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学号：2022216431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指导教师：程八一 教授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760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一、研究背景与问题概述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二、第三章：生鲜物流配送路径优化模型构建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问题描述与参数符号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目标函数与约束条件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三、第四章：基于大模型与ALNS算法的问题求解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ALNS求解框架设计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基于大模型的启发式算子优化机制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Prompt工程设计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四、实验设计与预期成果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五、总结与后续计划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一、研究背景与问题概述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生鲜物流配送路径问题（VRPTW-FC）是经典VRP的扩展变体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需要同时考虑多种约束：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车辆容量限制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时间窗约束（软/硬双层）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冷链制冷成本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生鲜产品新鲜度衰减（指数型）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传统ALNS算法依赖人工经验设计算子，效率低且难以自适应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二、第三章：生鲜物流配送路径优化模型构建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3.1 问题描述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带时间窗约束的生鲜物流车辆路径问题（VRPTW-FC）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3.2 模型构建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参数符号说明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目标函数（五项成本）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约束条件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3.1 问题描述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场景假设：生鲜配送中心配备m辆同质配送车辆，需向n个客户配送生鲜产品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客户属性：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需求量 q_j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地理坐标 (x_j, y_j)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服务时间窗 TW_j（软时间窗 + 硬时间窗）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额外考虑因素：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冷链制冷成本：与运输时间成正比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货物新鲜度衰减：指数型衰减模型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软硬双层时间窗：软窗外产生惩罚，硬窗外违约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3.2.1 参数符号说明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集合定义：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V：节点集（含配送中心0）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K：车辆集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决策变量：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x_ijk：车辆k从i行驶到j（0-1变量）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y_jk：客户j被车辆k服务（0-1变量）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关键参数：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Q_k：车辆最大装载量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d_ij：客户i与j之间的欧氏距离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c_cold：单位时间制冷成本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alpha, beta：新鲜度衰减系数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3.2.2 目标函数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综合配送总成本 = 车辆固定成本 + 运输距离成本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              + 冷链制冷成本 + 货损成本 + 时间窗惩罚成本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(1) 车辆固定成本 C_f = m * c_fixed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(2) 运输距离成本 C_d = sum(d_ij * c_dist)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(3) 冷链制冷成本 C_cold = T_total * c_cold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(4) 货损成本 C_damage = sum(q_j * p * decay_j)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(5) 时间窗惩罚成本 C_TW = 分段线性惩罚函数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3.2.3 约束条件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约束(1) 客户访问约束：每个客户恰好被一辆车服务一次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约束(2) 流量守恒约束：车辆驶入客户节点后必须驶出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约束(3) 起讫点约束：从配送中心出发并最终返回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约束(4) 容量约束：车辆载重量不超过最大装载量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约束(5) 时间窗约束：服务时间必须在硬时间窗内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约束(6) 车辆数约束：实际使用车辆数不超过可用数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三、第四章：基于大模型与ALNS算法的问题求解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4.1 基于大模型的启发式算子生成机制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算子自动化生成框架设计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Prompt工程设计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4.2 ALNS求解框架设计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初始解构造策略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破坏算子设计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修复算子设计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  - 自适应权重更新机制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4.2 ALNS求解框架设计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采用骨架-插件分离架构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五大核心模块：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(1) 数据预处理与初始化模块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(2) 算子注册与调度模块（轮盘赌选择）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(3) 容错与降级模块（备用算子）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(4) 解评估与验证模块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(5) 迭代控制模块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破坏算子：随机移除、路径移除、相关性移除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修复算子：贪心插入、后悔插入、随机插入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4.1 基于大模型的启发式算子优化机制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核心思想：基线评估-反馈生成-动态注入-贪心接受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实现流程：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1. 运行基线ALNS获取初始解及多维性能指标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2. 将性能数据结构化嵌入Prompt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3. LLM分析瓶颈并生成改进算子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4. 动态代码注入嵌入求解器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5. 验证并决定接受或回退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性能指标：全局成本、收敛速度、算子成功率、��本��构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4.1.2 Prompt工程设计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结构化Prompt构建方法（五层次）：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1. 角色设定：明确算子优化任务目标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2. 问题建模：描述问题特征与约束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3. 系统约束：定义输出格式与方法签名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4. 状态输入：嵌入性能指标数据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5. 优化引导：引导模型进行策略分析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历史优化记录机制：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避免重复策略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增强策略多样性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四、实验设计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数据集：Solomon VRP Benchmark Dataset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- 25客户规模（聚类型/随机型/混合型）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- 50客户规模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- 75客户规模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算法参数配置：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迭代次数：500-1000次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破坏比例：5%-30%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算子集合：5个破坏+5个修复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优化轮次：5轮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对比算法：传统ALNS、GA、SA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五、预期成果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创新点：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1. 提出基于LLM的ALNS算子自动化优化框架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2. 设计多维度性能评价指标体系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3. 构建结构化Prompt工程方法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4. 实现算子代码动态注入机制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预期效果：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收敛速度提升15%以上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解质量改善10%以上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算子设计时间减少50%以上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04407E"/>
          </a:solidFill>
          <a:ln>
            <a:noFill/>
          </a:ln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六、总结与后续计划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已完成工作：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第三章：生鲜物流配送路径优化模型构建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第四章：基于大模型与ALNS算法框架设计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 </a:t>
            </a:r>
          </a:p>
          <a:p>
            <a:pPr>
              <a:spcBef>
                <a:spcPts val="1000"/>
              </a:spcBef>
              <a:defRPr sz="2000">
                <a:solidFill>
                  <a:srgbClr val="000000"/>
                </a:solidFill>
              </a:defRPr>
            </a:pPr>
            <a:r>
              <a:t>后续工作计划：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完成实验验证与结果分析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完善论文撰写</a:t>
            </a:r>
          </a:p>
          <a:p>
            <a:pPr lvl="1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t>- 准备毕业答辩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91695" cy="1371600"/>
          </a:xfrm>
          <a:prstGeom prst="rect">
            <a:avLst/>
          </a:prstGeom>
          <a:solidFill>
            <a:srgbClr val="044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0"/>
            <a:ext cx="1161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474720"/>
            <a:ext cx="11612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F497D"/>
                </a:solidFill>
              </a:defRPr>
            </a:pPr>
            <a:r>
              <a:t>本科毕业设计（论文）中期答辩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学生姓名：黄纤纤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学号：2022216431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760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指导教师：程八一 教授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760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